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AB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Systems — PBL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7863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Property Rental and Lease Management System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4688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FE3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— Logical Database Design and Normalization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3108960"/>
            <a:ext cx="2286000" cy="45720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32918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Pakanati Priyakaran Reddy  |  Roll No: 25WU0101090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 AIML — Section Rhinos  |  Faculty: Dr. Sahithi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Woxsen University, School of Technology  |  2026–27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 Model to Relational Schema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51560"/>
            <a:ext cx="8229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entity becomes a table with a surrogate AUTO_INCREMENT primary key.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1:M relationship becomes a foreign key on the "many" side.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relations: owner, property, tenant, lease, payment, maintenance.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M:N relationship is stored directly: lease resolves Property–Tenant.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Relational Schema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3</a:t>
            </a:r>
            <a:endParaRPr lang="en-US" sz="1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7665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Columns (PK underlined by *, FK marked)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*owner_id, name, phone, email, address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*property_id, owner_id(FK), address, type, rent_amount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*tenant_id, name, phone, email, id_proof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*lease_id, property_id(FK), tenant_id(FK), start_date, end_date, deposit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*payment_id, lease_id(FK), amount, payment_date, mode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*request_id, property_id(FK), tenant_id(FK), issue_desc, status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Keys and Integrity Constraints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4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448056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 enforced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owner_id, property_id, tenant_id, lease_id, payment_id, request_id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row identity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Foreign key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property.owner_id, lease.property_id / tenant_id, payment.lease_id, maintenance.property_id / tenant_id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Referential integrity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phone, address, dates, amounts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data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rent_amount &gt; 0, deposit &gt; 0, amount &gt; 0, end_date &gt; start_date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values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DEFAULT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maintenance.status = 'Open'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requests start Open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Functional Dependencies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5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determines every non-key attribute; no non-key attribute determines another.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63040"/>
            <a:ext cx="78638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owner_id → name, phone, email, address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property_id → owner_id, address, type, rent_amount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tenant_id → name, phone, email, id_proof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lease_id → property_id, tenant_id, start_date, end_date, deposit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payment_id → lease_id, amount, payment_date, mode</a:t>
            </a:r>
            <a:endParaRPr lang="en-US" sz="15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5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request_id → property_id, tenant_id, issue_desc, status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Normalization up to 3NF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731520"/>
                <a:gridCol w="731520"/>
                <a:gridCol w="731520"/>
                <a:gridCol w="46634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3NF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Remark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attributes depend only on owner_id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 is an FK, no transitive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attributes depend only on tenant_id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Surrogate lease_id avoids partial dependency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attributes depend only on payment_id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attributes depend only on request_id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Dictionary (1/2)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7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PK, AUTO_INCREMENT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phone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 / (15)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email / address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VARCHAR(100) / (200)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owner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 / House / Shop / Office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rent_amount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/ phone / id_proof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name, phone NOT NULL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Dictionary (2/2)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228600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529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property_id / tenant_id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property / tenant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start_date / end_date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end_date &gt; start_date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deposit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DECIMAL(10,2)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lease_id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FK → lease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 / payment_date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/ DATE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CHECK amount &gt;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VARCHAR(20)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UPI / Bank Transfer / Cheque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maintenance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issue_desc / 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VARCHAR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 DEFAULT 'Open'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36576" marB="36576" anchor="ctr">
                    <a:lnL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DB0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Schema Shown in the Prototype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9</a:t>
            </a:r>
            <a:endParaRPr lang="en-US" sz="1000" dirty="0"/>
          </a:p>
        </p:txBody>
      </p:sp>
      <p:pic>
        <p:nvPicPr>
          <p:cNvPr id="5" name="Image 0" descr="/mnt/user-data/outputs/property_rental/screenshots/prototype/07_database_sq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0138" y="960120"/>
            <a:ext cx="5483724" cy="32918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30138" y="960120"/>
            <a:ext cx="5483724" cy="3291840"/>
          </a:xfrm>
          <a:prstGeom prst="rect">
            <a:avLst/>
          </a:prstGeom>
          <a:ln w="12700">
            <a:solidFill>
              <a:srgbClr val="9DB0C9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57200" y="4343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has a Database &amp; SQL page showing the six tables, PK / FK links and live queries.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109728"/>
            <a:ext cx="7680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DDL Implementation (MySQL 8.0)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2  •  10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005840"/>
            <a:ext cx="8229600" cy="3200400"/>
          </a:xfrm>
          <a:prstGeom prst="rect">
            <a:avLst/>
          </a:prstGeom>
          <a:solidFill>
            <a:srgbClr val="EAF1F8"/>
          </a:solidFill>
          <a:ln/>
        </p:spPr>
        <p:txBody>
          <a:bodyPr wrap="square" lIns="152400" tIns="152400" rIns="152400" bIns="15240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lease (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lease_id    INT AUTO_INCREMENT PRIMARY KEY,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property_id INT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tenant_id   INT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start_date  DATE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end_date    DATE NOT NULL,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deposit     DECIMAL(10,2) CHECK (deposit &gt; 0),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(end_date &gt; start_date),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(property_id) REFERENCES property(property_id),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(tenant_id)   REFERENCES tenant(tenant_id)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229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script: property_rental_schema.sql (6 tables, constraints, sample data, report queries)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</dc:title>
  <dc:subject>PptxGenJS Presentation</dc:subject>
  <dc:creator>PptxGenJS</dc:creator>
  <cp:lastModifiedBy>PptxGenJS</cp:lastModifiedBy>
  <cp:revision>1</cp:revision>
  <dcterms:created xsi:type="dcterms:W3CDTF">2026-10-10T22:29:51Z</dcterms:created>
  <dcterms:modified xsi:type="dcterms:W3CDTF">2026-10-10T22:29:51Z</dcterms:modified>
</cp:coreProperties>
</file>