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— PBL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Rental and Lease Management System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— Working Prototype, Testing and Results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22860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918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Pakanati Priyakaran Reddy  |  Roll No: 25WU0101090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AIML — Section Rhinos  |  Faculty: Dr. Sahithi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University, School of Technology  |  2026–27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Recap: Problem and Design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 • 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manual rental records cause duplicates, missed renewals and payment errors.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6 normalized tables (3NF) — owner, property, tenant, lease, payment, maintenance.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PK, FK, NOT NULL, CHECK, DEFAULT in MySQL 8.0.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"Reddy's Estate" — a working prototype built on this design.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Prototype: Reddy's Estate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 • 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&amp; Lease Suite for a single Property Manager.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occupancy ring, KPI strip, 6-month rent chart, recent payments, lease renewal alerts.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modules: Properties, Owners, Tenants, Leases, Payments, Maintenance — add, edit, remove, search.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SQL page: live schema, keys and report queries on the current data.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/ Night theme and Reset demo data button.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 •  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HTML, CSS and JavaScript — runs in the browser, data kept in localStorage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Mirrors the 6-table MySQL schema (same entities, keys and rules)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8.0 script: property_rental_schema.sql (DDL, constraints, sample data)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(DB-connected)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Flask + mysql-connector-python, parameterized queries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— prototype, SQL, Flask app, presentations, video link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 and Database Mapping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 •  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6576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property, lease, payment, 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(aggregate, alerts)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Read, Update,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property, owner, 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+ occupancy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Read, Update,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lease, property, tenant, payment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+ rent status (Paid / Due)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payment, 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Read, Update,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maintenance, property, tenant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Read, Update,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Rules and Validation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 •  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 in the prototype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date after start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"End date must be after the start date."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form field is required; numbers cannot be 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delete of referenced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"Can't remove this owner — it's referenced by an existing property record."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records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keys chosen from dropdowns of existing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Occupied / Vacant and Paid / Due computed from leases and payments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Dashboard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 •  7</a:t>
            </a:r>
            <a:endParaRPr lang="en-US" sz="1000" dirty="0"/>
          </a:p>
        </p:txBody>
      </p:sp>
      <p:pic>
        <p:nvPicPr>
          <p:cNvPr id="5" name="Image 0" descr="/mnt/user-data/outputs/property_rental/screenshots/prototype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975" y="960120"/>
            <a:ext cx="5636049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53975" y="960120"/>
            <a:ext cx="5636049" cy="3383280"/>
          </a:xfrm>
          <a:prstGeom prst="rect">
            <a:avLst/>
          </a:prstGeom>
          <a:ln w="12700">
            <a:solidFill>
              <a:srgbClr val="9DB0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ring, KPIs, rent chart and recent payments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Alerts and Occupancy Report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 •  8</a:t>
            </a:r>
            <a:endParaRPr lang="en-US" sz="1000" dirty="0"/>
          </a:p>
        </p:txBody>
      </p:sp>
      <p:pic>
        <p:nvPicPr>
          <p:cNvPr id="5" name="Image 0" descr="/mnt/user-data/outputs/property_rental/screenshots/prototype/01b_dashboard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0732" y="914400"/>
            <a:ext cx="3362537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90732" y="914400"/>
            <a:ext cx="3362537" cy="3429000"/>
          </a:xfrm>
          <a:prstGeom prst="rect">
            <a:avLst/>
          </a:prstGeom>
          <a:ln w="12700">
            <a:solidFill>
              <a:srgbClr val="9DB0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renewal alerts and occupancy by property type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Add a Property (Create)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 •  9</a:t>
            </a:r>
            <a:endParaRPr lang="en-US" sz="1000" dirty="0"/>
          </a:p>
        </p:txBody>
      </p:sp>
      <p:pic>
        <p:nvPicPr>
          <p:cNvPr id="5" name="Image 0" descr="/mnt/user-data/outputs/property_rental/screenshots/prototype/03_add_property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975" y="960120"/>
            <a:ext cx="5636049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53975" y="960120"/>
            <a:ext cx="5636049" cy="3383280"/>
          </a:xfrm>
          <a:prstGeom prst="rect">
            <a:avLst/>
          </a:prstGeom>
          <a:ln w="12700">
            <a:solidFill>
              <a:srgbClr val="9DB0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"+ New Property" form with owner chosen from a dropdown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Lease Date Validation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 •  10</a:t>
            </a:r>
            <a:endParaRPr lang="en-US" sz="1000" dirty="0"/>
          </a:p>
        </p:txBody>
      </p:sp>
      <p:pic>
        <p:nvPicPr>
          <p:cNvPr id="5" name="Image 0" descr="/mnt/user-data/outputs/property_rental/screenshots/prototype/04_lease_invalid_d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975" y="960120"/>
            <a:ext cx="5636049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53975" y="960120"/>
            <a:ext cx="5636049" cy="3383280"/>
          </a:xfrm>
          <a:prstGeom prst="rect">
            <a:avLst/>
          </a:prstGeom>
          <a:ln w="12700">
            <a:solidFill>
              <a:srgbClr val="9DB0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date before start date -&gt; "End date must be after the start date."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Referential Integrity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 •  11</a:t>
            </a:r>
            <a:endParaRPr lang="en-US" sz="1000" dirty="0"/>
          </a:p>
        </p:txBody>
      </p:sp>
      <p:pic>
        <p:nvPicPr>
          <p:cNvPr id="5" name="Image 0" descr="/mnt/user-data/outputs/property_rental/screenshots/prototype/05_own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975" y="960120"/>
            <a:ext cx="5636049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53975" y="960120"/>
            <a:ext cx="5636049" cy="3383280"/>
          </a:xfrm>
          <a:prstGeom prst="rect">
            <a:avLst/>
          </a:prstGeom>
          <a:ln w="12700">
            <a:solidFill>
              <a:srgbClr val="9DB0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an owner who has a property is blocked with an explanatory message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Edit a Record (Update)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 •  12</a:t>
            </a:r>
            <a:endParaRPr lang="en-US" sz="1000" dirty="0"/>
          </a:p>
        </p:txBody>
      </p:sp>
      <p:pic>
        <p:nvPicPr>
          <p:cNvPr id="5" name="Image 0" descr="/mnt/user-data/outputs/property_rental/screenshots/prototype/06_edit_ow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975" y="960120"/>
            <a:ext cx="5636049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53975" y="960120"/>
            <a:ext cx="5636049" cy="3383280"/>
          </a:xfrm>
          <a:prstGeom prst="rect">
            <a:avLst/>
          </a:prstGeom>
          <a:ln w="12700">
            <a:solidFill>
              <a:srgbClr val="9DB0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pre-fills the form; "Update" saves the change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Database &amp; SQL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 •  13</a:t>
            </a:r>
            <a:endParaRPr lang="en-US" sz="1000" dirty="0"/>
          </a:p>
        </p:txBody>
      </p:sp>
      <p:pic>
        <p:nvPicPr>
          <p:cNvPr id="5" name="Image 0" descr="/mnt/user-data/outputs/property_rental/screenshots/prototype/07_database_sq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975" y="960120"/>
            <a:ext cx="5636049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53975" y="960120"/>
            <a:ext cx="5636049" cy="3383280"/>
          </a:xfrm>
          <a:prstGeom prst="rect">
            <a:avLst/>
          </a:prstGeom>
          <a:ln w="12700">
            <a:solidFill>
              <a:srgbClr val="9DB0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with PK / FK, plus report queries running on live data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 Using SQL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 •  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 by property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 + COUNT() + SUM(status = Occupied)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Properties with owners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property with 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Overdue rent this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lease, tenant, property + lease_id NOT IN (payments this month)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this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SUM(amount) filtered by MONTH(payment_date)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and Results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 •  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256032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Saved, shown in list 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 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before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with message 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for active 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Saved; rent status becomes Paid 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 with status Open 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with 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with message 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by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correct 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rejects submission 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an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saved 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and Future Work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(Final)  •  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normalized 3NF design and a working prototype (Reddy's Estate) with a MySQL script and Flask app.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remove and search work across six modules; rules enforced; all tests passed.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data stored in the browser in the prototype, no login or roles, manual payments.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connect the UI to MySQL, role-based login, online payments, revenue trends.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3</dc:title>
  <dc:subject>PptxGenJS Presentation</dc:subject>
  <dc:creator>PptxGenJS</dc:creator>
  <cp:lastModifiedBy>PptxGenJS</cp:lastModifiedBy>
  <cp:revision>1</cp:revision>
  <dcterms:created xsi:type="dcterms:W3CDTF">2026-10-10T22:29:51Z</dcterms:created>
  <dcterms:modified xsi:type="dcterms:W3CDTF">2026-10-10T22:29:51Z</dcterms:modified>
</cp:coreProperties>
</file>